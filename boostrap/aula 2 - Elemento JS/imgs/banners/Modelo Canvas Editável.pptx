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599525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7019B5-622C-9839-DB14-EB42D1052C3C}" v="1553" dt="2024-07-17T16:27:46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 varScale="1">
        <p:scale>
          <a:sx n="69" d="100"/>
          <a:sy n="69" d="100"/>
        </p:scale>
        <p:origin x="9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41" y="1767462"/>
            <a:ext cx="16199644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5672376"/>
            <a:ext cx="16199644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235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2085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8" y="2692442"/>
            <a:ext cx="18629590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8" y="7227343"/>
            <a:ext cx="18629590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5742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2874937"/>
            <a:ext cx="9179798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2874937"/>
            <a:ext cx="9179798" cy="685235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37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574988"/>
            <a:ext cx="18629590" cy="208745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1" y="2647443"/>
            <a:ext cx="9137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1" y="3944914"/>
            <a:ext cx="9137611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0" y="2647443"/>
            <a:ext cx="9182611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0" y="3944914"/>
            <a:ext cx="9182611" cy="58023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21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707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896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1554966"/>
            <a:ext cx="10934760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466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2" y="719984"/>
            <a:ext cx="6966408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1554966"/>
            <a:ext cx="10934760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2" y="3239929"/>
            <a:ext cx="6966408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068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310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0" y="574987"/>
            <a:ext cx="4657398" cy="91523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7" y="574987"/>
            <a:ext cx="13702199" cy="91523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051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574988"/>
            <a:ext cx="1862959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2874937"/>
            <a:ext cx="1862959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D7DCA-8253-46E7-9760-D0F641AC05C3}" type="datetimeFigureOut">
              <a:rPr lang="pt-BR" smtClean="0"/>
              <a:t>19/10/2024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10009781"/>
            <a:ext cx="728984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10009781"/>
            <a:ext cx="48598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DD7214-8824-4BC8-9DAB-58676DEB8F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3836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72E3761F-0844-99E5-145E-35A5155730F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1612232" cy="1079976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1B384B0-F269-B08B-325A-F00F6B766CCD}"/>
              </a:ext>
            </a:extLst>
          </p:cNvPr>
          <p:cNvSpPr txBox="1"/>
          <p:nvPr/>
        </p:nvSpPr>
        <p:spPr>
          <a:xfrm>
            <a:off x="609600" y="1657350"/>
            <a:ext cx="2971800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pt-BR" sz="1400" dirty="0">
                <a:latin typeface="Arial"/>
                <a:cs typeface="Arial"/>
              </a:rPr>
              <a:t>Insira seu texto aqui</a:t>
            </a:r>
          </a:p>
          <a:p>
            <a:endParaRPr lang="pt-BR" sz="1400" dirty="0">
              <a:latin typeface="Arial"/>
              <a:cs typeface="Arial"/>
            </a:endParaRP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01734BA-8CD4-3A9A-5299-556E2CDEB689}"/>
              </a:ext>
            </a:extLst>
          </p:cNvPr>
          <p:cNvSpPr txBox="1"/>
          <p:nvPr/>
        </p:nvSpPr>
        <p:spPr>
          <a:xfrm>
            <a:off x="8656637" y="1266811"/>
            <a:ext cx="3963128" cy="2554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pt-BR" sz="1600" dirty="0">
                <a:latin typeface="Arial"/>
                <a:cs typeface="Arial"/>
              </a:rPr>
              <a:t>Insira seu texto aqui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954CF32-6C1E-F7C3-CF21-DC30DB36A8D6}"/>
              </a:ext>
            </a:extLst>
          </p:cNvPr>
          <p:cNvSpPr txBox="1"/>
          <p:nvPr/>
        </p:nvSpPr>
        <p:spPr>
          <a:xfrm>
            <a:off x="4809331" y="1348085"/>
            <a:ext cx="29718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dirty="0">
                <a:latin typeface="Arial"/>
                <a:cs typeface="Arial"/>
              </a:rPr>
              <a:t>. Insira seu texto aqui</a:t>
            </a:r>
            <a:endParaRPr lang="pt-BR" dirty="0"/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77221B-5E59-A279-3BB8-D33FA8CBA190}"/>
              </a:ext>
            </a:extLst>
          </p:cNvPr>
          <p:cNvSpPr txBox="1"/>
          <p:nvPr/>
        </p:nvSpPr>
        <p:spPr>
          <a:xfrm>
            <a:off x="4809331" y="4482346"/>
            <a:ext cx="29718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1600" dirty="0">
                <a:latin typeface="Arial"/>
                <a:cs typeface="Arial"/>
              </a:rPr>
              <a:t>Insira seu texto aqui.</a:t>
            </a:r>
            <a:endParaRPr lang="pt-BR" dirty="0">
              <a:latin typeface="Calibri" panose="020F0502020204030204"/>
              <a:cs typeface="Calibri" panose="020F0502020204030204"/>
            </a:endParaRP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96C0672-F138-BA92-9F15-22A9C7CCF0E6}"/>
              </a:ext>
            </a:extLst>
          </p:cNvPr>
          <p:cNvSpPr txBox="1"/>
          <p:nvPr/>
        </p:nvSpPr>
        <p:spPr>
          <a:xfrm>
            <a:off x="13818393" y="1262360"/>
            <a:ext cx="3715296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pt-BR" sz="1400" dirty="0">
                <a:latin typeface="Arial"/>
                <a:cs typeface="Arial"/>
              </a:rPr>
              <a:t>Insira seu texto aqui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685123-178E-0C05-2610-24961BD8543D}"/>
              </a:ext>
            </a:extLst>
          </p:cNvPr>
          <p:cNvSpPr txBox="1"/>
          <p:nvPr/>
        </p:nvSpPr>
        <p:spPr>
          <a:xfrm>
            <a:off x="13818393" y="4796671"/>
            <a:ext cx="2857416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pt-BR" sz="1400">
                <a:latin typeface="Arial"/>
                <a:cs typeface="Arial"/>
              </a:rPr>
              <a:t>Insira seu texto aqui</a:t>
            </a:r>
            <a:endParaRPr lang="pt-BR" sz="1400" dirty="0">
              <a:latin typeface="Arial"/>
              <a:cs typeface="Arial"/>
            </a:endParaRPr>
          </a:p>
          <a:p>
            <a:endParaRPr lang="pt-BR" sz="1400" dirty="0">
              <a:latin typeface="Arial"/>
              <a:cs typeface="Arial"/>
            </a:endParaRP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70EF7D-C54B-037C-2982-BE95496BCF46}"/>
              </a:ext>
            </a:extLst>
          </p:cNvPr>
          <p:cNvSpPr txBox="1"/>
          <p:nvPr/>
        </p:nvSpPr>
        <p:spPr>
          <a:xfrm>
            <a:off x="18018124" y="1639372"/>
            <a:ext cx="2971800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pt-BR" sz="1600">
                <a:latin typeface="Arial"/>
                <a:cs typeface="Arial"/>
              </a:rPr>
              <a:t>Insira seu texto aqui</a:t>
            </a:r>
            <a:endParaRPr lang="pt-BR" sz="1600" dirty="0">
              <a:latin typeface="Arial"/>
              <a:cs typeface="Arial"/>
            </a:endParaRP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6A0192D-223A-33C4-8CEF-347204B4EC92}"/>
              </a:ext>
            </a:extLst>
          </p:cNvPr>
          <p:cNvSpPr txBox="1"/>
          <p:nvPr/>
        </p:nvSpPr>
        <p:spPr>
          <a:xfrm>
            <a:off x="609600" y="8435221"/>
            <a:ext cx="9372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Insira seu texto aqui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F5A8B1A-5BED-7D65-93E0-C328AB9C81E6}"/>
              </a:ext>
            </a:extLst>
          </p:cNvPr>
          <p:cNvSpPr txBox="1"/>
          <p:nvPr/>
        </p:nvSpPr>
        <p:spPr>
          <a:xfrm>
            <a:off x="11617326" y="8419049"/>
            <a:ext cx="9372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Insira seu texto aqui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2449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</TotalTime>
  <Words>72</Words>
  <Application>Microsoft Office PowerPoint</Application>
  <PresentationFormat>Personalizar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Ana Carolina de Napolis Chaves</dc:creator>
  <cp:lastModifiedBy>Renata Fontoura Franca Sena Melo</cp:lastModifiedBy>
  <cp:revision>119</cp:revision>
  <dcterms:created xsi:type="dcterms:W3CDTF">2023-03-23T18:43:53Z</dcterms:created>
  <dcterms:modified xsi:type="dcterms:W3CDTF">2024-10-19T12:42:12Z</dcterms:modified>
</cp:coreProperties>
</file>